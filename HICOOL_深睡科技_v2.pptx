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特普丽新材料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深睡科技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被动释放 · 持久改善 · 还原自然空气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4114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794760"/>
            <a:ext cx="2468880" cy="475488"/>
          </a:xfrm>
          <a:prstGeom prst="roundRect">
            <a:avLst>
              <a:gd name="adj" fmla="val 19231"/>
            </a:avLst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9476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杀菌 99.9%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3794760"/>
            <a:ext cx="2468880" cy="475488"/>
          </a:xfrm>
          <a:prstGeom prst="roundRect">
            <a:avLst>
              <a:gd name="adj" fmla="val 19231"/>
            </a:avLst>
          </a:prstGeom>
          <a:solidFill>
            <a:srgbClr val="1A3A6B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379476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抗病毒 99.1%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3794760"/>
            <a:ext cx="2468880" cy="475488"/>
          </a:xfrm>
          <a:prstGeom prst="roundRect">
            <a:avLst>
              <a:gd name="adj" fmla="val 19231"/>
            </a:avLst>
          </a:prstGeom>
          <a:solidFill>
            <a:srgbClr val="1A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379476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除甲醛 88.7%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HICOOL 2026  ·  创业大赛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3708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全球首创  ·  引领行业50年  ·  连续13年市场占有率第一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4663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汇报人：杨帆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474720" cy="1097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市场痛点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1691640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亿人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中国人受睡眠问题困扰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520440"/>
            <a:ext cx="2011680" cy="0"/>
          </a:xfrm>
          <a:prstGeom prst="line">
            <a:avLst/>
          </a:prstGeom>
          <a:noFill/>
          <a:ln w="12700">
            <a:solidFill>
              <a:srgbClr val="2A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市场年规模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¥4700亿+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" y="4434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&gt; 12%，持续高速增长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365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0D8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434840" y="475488"/>
            <a:ext cx="164592" cy="16459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365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现有助眠方式效果有限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09160" y="804672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药物依赖、副作用大、治标不治本。现有助眠产品无法从根本上改善睡眠环境质量。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1783080"/>
            <a:ext cx="5029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9385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0D8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434840" y="2048256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9385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医院睡眠中心覆盖率极低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09160" y="23774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全国睡眠中心数量不足千家，资源稀缺、费用高昂、体验差，绝大部分患者得不到专业帮助。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49040" y="3355848"/>
            <a:ext cx="5029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351129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0D8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4434840" y="3621024"/>
            <a:ext cx="164592" cy="164592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351129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室内环境污染持续损害健康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09160" y="3950208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甲醛超标、PM2.5渗入、辐射无处不在——室内环境问题成为睡眠障碍的重要诱因，却长期被忽视。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49040" y="4663440"/>
            <a:ext cx="50292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0" y="46634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核心矛盾：睡眠问题日益严峻，现有解决方案无法满足安全、有效、可持续的市场需求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理论支撑与技术架构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负氧离子改善睡眠的四大作用机制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91440" cy="1371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13075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神经内分泌调节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促进褪黑素分泌，调节5-羟色胺等单胺类神经递质，从根本上改善睡眠节律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14300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143000"/>
            <a:ext cx="91440" cy="13716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77840" y="13075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自主神经平衡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77840" y="16916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增强副交感神经活性，降低交感神经兴奋性，减少夜间觉醒次数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51760"/>
            <a:ext cx="91440" cy="1371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28163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环境优化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吸附清除空气颗粒物，创造洁净睡眠环境，减少过敏与呼吸刺激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265176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651760"/>
            <a:ext cx="91440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77840" y="28163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抗氧化与抗炎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57784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减轻与睡眠障碍相关的氧化应激和炎症反应，改善睡眠质量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3159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研究启示：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828800" y="4315968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从美国宾夕法尼亚大学医学院Kornblueh et al 1958年奠基性研究，到中国医科大学Wang &amp; Li 2024年最新发现，负氧离子改善睡眠的证据链从主观报告到客观PSG数据，从单一机制到多靶点通路不断完善。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11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AMIC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11480" y="2148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无源负氧离子技术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11480" y="2697480"/>
            <a:ext cx="2286000" cy="0"/>
          </a:xfrm>
          <a:prstGeom prst="line">
            <a:avLst/>
          </a:prstGeom>
          <a:noFill/>
          <a:ln w="12700">
            <a:solidFill>
              <a:srgbClr val="2A4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8346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被动释放 · 无需能耗 · 持久改善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还原森林级清新空气，无醉氧风险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611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57400" y="3657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抗菌率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4114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5740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功能持久性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617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57400" y="4663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能耗·臭氧·辐射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411480"/>
            <a:ext cx="1554480" cy="42062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7" name="Shape 15"/>
          <p:cNvSpPr/>
          <p:nvPr/>
        </p:nvSpPr>
        <p:spPr>
          <a:xfrm>
            <a:off x="4160520" y="411480"/>
            <a:ext cx="155448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4160520" y="594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160520" y="1005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材料提纯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9120" y="1417320"/>
            <a:ext cx="1097280" cy="0"/>
          </a:xfrm>
          <a:prstGeom prst="line">
            <a:avLst/>
          </a:prstGeom>
          <a:noFill/>
          <a:ln w="6350">
            <a:solidFill>
              <a:srgbClr val="2A4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15087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独创四步法核心提纯工艺——酸溶、载体共沉/选择性吸附/离子交换分离Ra、矿物纯化、再合成——彻底去除放射性镭（Ra），保留并激活负氧离子释放活性，技术壁垒高、难复制。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70248" y="2670048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2606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酸溶将镭转入溶液体系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70248" y="3145536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5" name="Text 23"/>
          <p:cNvSpPr/>
          <p:nvPr/>
        </p:nvSpPr>
        <p:spPr>
          <a:xfrm>
            <a:off x="4434840" y="308152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载体共沉/选择性吸附/离子交换分离Ra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70248" y="3621024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355701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纯化主体矿物组分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70248" y="4096512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9" name="Text 27"/>
          <p:cNvSpPr/>
          <p:nvPr/>
        </p:nvSpPr>
        <p:spPr>
          <a:xfrm>
            <a:off x="4434840" y="403250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重新合成高活性负氧离子粉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824728" y="411480"/>
            <a:ext cx="1554480" cy="42062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1" name="Shape 29"/>
          <p:cNvSpPr/>
          <p:nvPr/>
        </p:nvSpPr>
        <p:spPr>
          <a:xfrm>
            <a:off x="5824728" y="411480"/>
            <a:ext cx="155448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5824728" y="594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824728" y="1005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小批量精造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053328" y="1417320"/>
            <a:ext cx="1097280" cy="0"/>
          </a:xfrm>
          <a:prstGeom prst="line">
            <a:avLst/>
          </a:prstGeom>
          <a:noFill/>
          <a:ln w="6350">
            <a:solidFill>
              <a:srgbClr val="2A4A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16168" y="15087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成熟的小批量生产体系，灵活响应定制需求，已有多次成功交付记录，质量稳定可靠。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34456" y="2670048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6099048" y="2606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小批量订单交付能力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34456" y="3145536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6099048" y="308152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支持个性化定制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34456" y="3621024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6099048" y="355701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全流程质量检测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488936" y="411480"/>
            <a:ext cx="1554480" cy="42062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3" name="Shape 41"/>
          <p:cNvSpPr/>
          <p:nvPr/>
        </p:nvSpPr>
        <p:spPr>
          <a:xfrm>
            <a:off x="7488936" y="411480"/>
            <a:ext cx="155448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4" name="Text 42"/>
          <p:cNvSpPr/>
          <p:nvPr/>
        </p:nvSpPr>
        <p:spPr>
          <a:xfrm>
            <a:off x="7488936" y="594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7488936" y="1005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完整服务方案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717536" y="1417320"/>
            <a:ext cx="1097280" cy="0"/>
          </a:xfrm>
          <a:prstGeom prst="line">
            <a:avLst/>
          </a:prstGeom>
          <a:noFill/>
          <a:ln w="6350">
            <a:solidFill>
              <a:srgbClr val="2A4A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0376" y="15087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从环境评估、方案设计、施工部署到长期监测，提供交钥匙工程式完整服务。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598664" y="2670048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9" name="Text 47"/>
          <p:cNvSpPr/>
          <p:nvPr/>
        </p:nvSpPr>
        <p:spPr>
          <a:xfrm>
            <a:off x="7763256" y="2606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负氧离子微环境监测部署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598664" y="3145536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1" name="Text 49"/>
          <p:cNvSpPr/>
          <p:nvPr/>
        </p:nvSpPr>
        <p:spPr>
          <a:xfrm>
            <a:off x="7763256" y="308152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整体施工改造（3天/间）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598664" y="3621024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3" name="Text 51"/>
          <p:cNvSpPr/>
          <p:nvPr/>
        </p:nvSpPr>
        <p:spPr>
          <a:xfrm>
            <a:off x="7763256" y="355701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6个月跟踪监测服务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产品矩阵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可调控睡眠环境 · 完整服务体系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2651760" cy="5029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核心产品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负氧离子板材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¥250-300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2103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44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被动持续释放负氧离子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3284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抗菌抗病毒除甲醛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71246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墙面/天花板/地面通用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0965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持久性93%，长期有效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109728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097280"/>
            <a:ext cx="265176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定制款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1691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定制壁纸/窗帘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91840" y="2103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¥150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91840" y="24871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/㎡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66160" y="2834640"/>
            <a:ext cx="2103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2944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个性化图案定制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33284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融入室内设计美学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371246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窗帘+负氧离子二合一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40965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已有多次小批量交付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109728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097280"/>
            <a:ext cx="265176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服务型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1691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完整解决方案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26480" y="2103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交钥匙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26480" y="24871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2834640"/>
            <a:ext cx="2103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2944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环境评估+方案设计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33284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施工改造（3天/间）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371246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6个月跟踪监测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63640" y="40965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技术支持全流程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462272"/>
            <a:ext cx="8229600" cy="5669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462272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价格优势：比进口竞品低 50-70%  |  国内市场份额 25%，行业第一  |  板材/壁纸/窗帘全线覆盖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商业模式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B端 · C端 · 出海三线并进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2651760" cy="10972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618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B端：医院 &amp; 康养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212848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317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北京协和医院睡眠中心（已签约）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7157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301医院 · 北医三院 · 安贞医院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0998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中海锦年康养 · 房协100+机构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48386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亚朵酒店 · 康铂酒店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8679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香港玛丽医院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187952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A3A6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8795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已签约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109728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1097280"/>
            <a:ext cx="2651760" cy="1097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12618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291840" y="17830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C端：全国总代渠道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520440" y="2212848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23317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朱国勇 全国C端总代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27157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千万级大V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30998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已签约 ¥1000万/年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348386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全国渠道建设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38679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C端市场全面拓展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66160" y="4187952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00D4AA"/>
          </a:solidFill>
          <a:ln/>
        </p:spPr>
      </p:sp>
      <p:sp>
        <p:nvSpPr>
          <p:cNvPr id="29" name="Text 27"/>
          <p:cNvSpPr/>
          <p:nvPr/>
        </p:nvSpPr>
        <p:spPr>
          <a:xfrm>
            <a:off x="3566160" y="418795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¥1000万/年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109728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1097280"/>
            <a:ext cx="265176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12618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126480" y="17830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出海：70+国家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355080" y="2212848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23317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欧洲 · 东南亚 · 中东主力市场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27157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CE / FDA 等国际认证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30998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产品已出口 70+ 国家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63640" y="348386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全球化布局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3640" y="38679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输出中国创新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4187952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FF6B35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418795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全球覆盖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核心优势：高端睡眠空间改造——一日换新，睡眠空间改造，单日完成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已落地案例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已验证的商业落地 · 持续扩大中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96596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196596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6187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🏥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北京协和医院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睡眠中心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514600"/>
            <a:ext cx="1508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06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预期产出SCI文章3-4篇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1600200" cy="32004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175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战略合作签约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06040" y="1097280"/>
            <a:ext cx="196596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06040" y="1097280"/>
            <a:ext cx="196596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126187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🏨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606040" y="18288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亚朵酒店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21762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连锁酒店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2514600"/>
            <a:ext cx="1508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2606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预期改造1000+间/年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88920" y="3017520"/>
            <a:ext cx="1600200" cy="32004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2788920" y="30175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客房升级改造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097280"/>
            <a:ext cx="196596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97280"/>
            <a:ext cx="196596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26187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🏩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754880" y="18288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康铂酒店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21762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连锁酒店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83480" y="2514600"/>
            <a:ext cx="1508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606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预期改造1000+间/年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3017520"/>
            <a:ext cx="1600200" cy="32004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0175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客房升级改造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03720" y="1097280"/>
            <a:ext cx="196596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03720" y="1097280"/>
            <a:ext cx="1965960" cy="914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5" name="Text 33"/>
          <p:cNvSpPr/>
          <p:nvPr/>
        </p:nvSpPr>
        <p:spPr>
          <a:xfrm>
            <a:off x="6903720" y="126187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🧓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6903720" y="18288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中海锦年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03720" y="21762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康养机构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132320" y="2514600"/>
            <a:ext cx="1508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2606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预期改造2000+间/年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86600" y="3017520"/>
            <a:ext cx="1600200" cy="320040"/>
          </a:xfrm>
          <a:prstGeom prst="roundRect">
            <a:avLst>
              <a:gd name="adj" fmla="val 20000"/>
            </a:avLst>
          </a:prstGeom>
          <a:solidFill>
            <a:srgbClr val="1A3A6B"/>
          </a:solidFill>
          <a:ln/>
        </p:spPr>
      </p:sp>
      <p:sp>
        <p:nvSpPr>
          <p:cNvPr id="41" name="Text 39"/>
          <p:cNvSpPr/>
          <p:nvPr/>
        </p:nvSpPr>
        <p:spPr>
          <a:xfrm>
            <a:off x="7086600" y="30175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养老机构落地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37033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三甲医院正在合作洽谈中：301医院 · 北医三院 · 安贞医院 · 香港玛丽医院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57200" y="4434840"/>
            <a:ext cx="265176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4622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1000+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457200" y="482803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成功家装案例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91840" y="4434840"/>
            <a:ext cx="265176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8" name="Text 46"/>
          <p:cNvSpPr/>
          <p:nvPr/>
        </p:nvSpPr>
        <p:spPr>
          <a:xfrm>
            <a:off x="3291840" y="44622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2000+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3291840" y="482803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合作高端酒店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26480" y="4434840"/>
            <a:ext cx="265176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1" name="Text 49"/>
          <p:cNvSpPr/>
          <p:nvPr/>
        </p:nvSpPr>
        <p:spPr>
          <a:xfrm>
            <a:off x="6126480" y="44622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NO.1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6126480" y="482803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全国市场占有率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技术护城河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26517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658368"/>
            <a:ext cx="265176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046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⚗️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材料提纯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1764792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562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独创四步法核心提纯工艺——酸溶、载体共沉/选择性吸附/离子交换分离Ra、矿物纯化、再合成——彻底去除放射性镭（Ra），保留并激活负氧离子释放活性，技术壁垒高、难复制。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酸溶将镭转入溶液体系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1272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载体共沉/选择性吸附/离子交换分离Ra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4198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纯化主体矿物组分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7124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重新合成高活性负氧离子粉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40050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零臭氧、零辐射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42976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森林级浓度无醉氧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0" y="658368"/>
            <a:ext cx="26517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658368"/>
            <a:ext cx="265176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8046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🏭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291840" y="13533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小批量精造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520440" y="1764792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18562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成熟的小批量生产体系，灵活响应客户定制需求，已有多次成功交付记录，质量稳定可靠。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28346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小批量订单交付能力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29000" y="31272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支持个性化定制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29000" y="34198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全流程质量检测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29000" y="37124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特普丽50年工艺保障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658368"/>
            <a:ext cx="26517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658368"/>
            <a:ext cx="265176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8046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🛠️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126480" y="13533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完整服务方案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55080" y="1764792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18562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从环境评估、方案设计、施工部署到长期监测，提供交钥匙工程式完整服务。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63640" y="28346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负氧离子微环境监测部署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63640" y="31272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整体施工改造（3天/间）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63640" y="34198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睡眠监测系统配套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63640" y="37124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6个月跟踪监测服务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361688"/>
            <a:ext cx="9144000" cy="7818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3616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实施流程：环境评估 → 材料提纯 → 小批量生产 → 施工部署（3天/间）→ 6个月跟踪监测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828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特普丽 × 北京化工大学  ·  产学研深度融合  ·  专精特新企业认定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跨学科团队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产学研医投 · 全链条核心成员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777240" cy="18288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YF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2344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杨帆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572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发起人/CEO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1828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北京深睡科技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0" y="2121408"/>
            <a:ext cx="1600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17627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澳大利亚纽卡斯尔大学商学硕士；北京特普丽装饰装帧材料有限公司总经理；北京银河家墙纸有限公司CEO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91840" y="10972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097280"/>
            <a:ext cx="777240" cy="18288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6916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LRF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206240" y="12344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李瑞锋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06240" y="1572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总工程师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0" y="1828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北京深睡科技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06240" y="2121408"/>
            <a:ext cx="1600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217627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中国建筑装饰装修材料协会专家委员会副主任委员；实用新型专利3项+发明专利2项；全国建材科技创新奖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26480" y="10972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097280"/>
            <a:ext cx="777240" cy="1828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6916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SZG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040880" y="12344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史仲广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40880" y="1572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材料专家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1828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北京深睡科技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40880" y="2121408"/>
            <a:ext cx="1600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217627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四川大学纺织与皮革专业客座教授；长安/红旗/赛里斯汽车材料研究院特聘专家；参与定制汽车负离子行业标准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06324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063240"/>
            <a:ext cx="777240" cy="1828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6576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371600" y="32004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马驰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371600" y="3538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科研负责人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71600" y="3794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北京深睡科技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0" y="4087368"/>
            <a:ext cx="1600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0" y="414223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北京协和医学院科研博士后；香港大学医学院骨科博士；亿元级科研转化项目CEO（红杉资本领投）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91840" y="306324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91840" y="3063240"/>
            <a:ext cx="777240" cy="18288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0" name="Text 38"/>
          <p:cNvSpPr/>
          <p:nvPr/>
        </p:nvSpPr>
        <p:spPr>
          <a:xfrm>
            <a:off x="3291840" y="36576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WL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206240" y="32004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王磊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206240" y="3538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医学顾问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206240" y="3794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北京协和医院睡眠中心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206240" y="4087368"/>
            <a:ext cx="1600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0" y="414223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北京协和医院睡眠医学专家；主导临床验证设计与医学研究合作；为产品功效提供循证支持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26480" y="306324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26480" y="3063240"/>
            <a:ext cx="777240" cy="18288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8" name="Text 46"/>
          <p:cNvSpPr/>
          <p:nvPr/>
        </p:nvSpPr>
        <p:spPr>
          <a:xfrm>
            <a:off x="6126480" y="36576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7040880" y="32004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孙瑜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040880" y="3538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040880" y="3794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北京深睡科技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040880" y="4087368"/>
            <a:ext cx="1600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0" y="414223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主导人才战略与组织文化建设；深度理解创业公司人力资源需求；构建高效协作的核心团队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战略合作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与顶级机构共建循证医学标准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114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411480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🏥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北京协和医院睡眠中心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3749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957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战略合作签约，共同开展临床研究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27797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探索负氧离子微环境对睡眠障碍患者的干预机制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1638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为DRG支付改革下的创新医疗器械准入提供循证依据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097280"/>
            <a:ext cx="39776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97280"/>
            <a:ext cx="3977640" cy="914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2801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🔬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09160" y="18745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特普丽 × 北京化工大学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92040" y="2286000"/>
            <a:ext cx="3611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9572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产学研深度融合，持续技术迭代升级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83464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产品创新核心支撑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2040" y="318211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AMIC技术迭代升级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92040" y="3529584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持续研发投入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A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840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专精特新小巨人企业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06040" y="384048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00D4AA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3840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2项发明专利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84048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3840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17篇国际论文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03720" y="384048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3840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40对40临床验证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480560"/>
            <a:ext cx="82296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特普丽 × 北京化工大学  ·  产学研深度融合  ·  专精特新企业认定  ·  40+三甲医院合作洽谈中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愿景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智能睡眠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环境改善新材料领导者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3657600" cy="0"/>
          </a:xfrm>
          <a:prstGeom prst="line">
            <a:avLst/>
          </a:prstGeom>
          <a:noFill/>
          <a:ln w="12700">
            <a:solidFill>
              <a:srgbClr val="2A4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788920"/>
            <a:ext cx="2651760" cy="19202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788920"/>
            <a:ext cx="265176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926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" y="3493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医疗级睡眠管理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1363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以医院睡眠中心为核心场景，建立循证医学支撑的智能睡眠干预标准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2788920"/>
            <a:ext cx="2651760" cy="19202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2788920"/>
            <a:ext cx="265176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2926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37560" y="3493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家庭健康守护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391363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将医疗级环境改善技术带入千家万户，让每个人都能享受健康空气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2788920"/>
            <a:ext cx="2651760" cy="19202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2788920"/>
            <a:ext cx="265176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2926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72200" y="3493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全球化布局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91363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深耕欧洲、东南亚、中东市场，服务全球70+国家，输出中国创新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 · 有效 · 持久  →  智能睡眠引领者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56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融资计划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¥2000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389120" y="1234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万元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目标融资  ·  投前估值 ¥1亿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77440"/>
            <a:ext cx="26517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2651760" cy="777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957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28529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¥800万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研发投入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3639312"/>
            <a:ext cx="2103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307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材料提纯 · 工艺迭代 · 新品开发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377440"/>
            <a:ext cx="26517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2377440"/>
            <a:ext cx="2651760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23957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91840" y="28529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¥800万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市场拓展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566160" y="3639312"/>
            <a:ext cx="2103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7307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医院渠道 · C端总代 · 出海布局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377440"/>
            <a:ext cx="26517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377440"/>
            <a:ext cx="265176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23957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126480" y="28529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¥400万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团队建设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0" y="3639312"/>
            <a:ext cx="2103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37307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核心人才引进 · 运营体系完善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480560"/>
            <a:ext cx="82296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联系邮箱：echoecho_cn@hotmail.com  ·  手机：13910104381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特普丽新材料 - 深睡科技 HICOOL 2026</dc:title>
  <dc:subject>PptxGenJS Presentation</dc:subject>
  <dc:creator>深睡科技</dc:creator>
  <cp:lastModifiedBy>深睡科技</cp:lastModifiedBy>
  <cp:revision>1</cp:revision>
  <dcterms:created xsi:type="dcterms:W3CDTF">2026-04-09T10:51:34Z</dcterms:created>
  <dcterms:modified xsi:type="dcterms:W3CDTF">2026-04-09T10:51:34Z</dcterms:modified>
</cp:coreProperties>
</file>