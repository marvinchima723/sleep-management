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特普丽新材料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深睡科技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40080" y="2926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被动释放 · 持久改善 · 还原自然空气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4114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379476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A3A6B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379476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杀菌 99.9%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91840" y="379476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A3A6B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379476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抗病毒 99.1%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43600" y="379476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A3A6B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0" y="379476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除甲醛 88.7%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754880"/>
            <a:ext cx="82296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HICOOL 2026  ·  创业大赛  ·  融资目标 ¥2000万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474720" cy="10972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3657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市场痛点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188720"/>
            <a:ext cx="1371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1691640" y="21488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亿人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中国人受睡眠问题困扰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3520440"/>
            <a:ext cx="2011680" cy="0"/>
          </a:xfrm>
          <a:prstGeom prst="line">
            <a:avLst/>
          </a:prstGeom>
          <a:noFill/>
          <a:ln w="12700">
            <a:solidFill>
              <a:srgbClr val="2A4A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703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市场年规模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39776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¥4700亿+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5760" y="44348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持续高速增长，复合年增长率CAGR &gt; 12%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749040" y="3657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0D8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4434840" y="475488"/>
            <a:ext cx="164592" cy="164592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15" name="Text 13"/>
          <p:cNvSpPr/>
          <p:nvPr/>
        </p:nvSpPr>
        <p:spPr>
          <a:xfrm>
            <a:off x="4709160" y="36576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现有助眠方式效果有限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709160" y="804672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药物依赖、副作用大、治标不治本。现有助眠产品无法从根本上改善睡眠环境质量。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49040" y="1783080"/>
            <a:ext cx="5029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938528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0D8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4434840" y="2048256"/>
            <a:ext cx="164592" cy="164592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0" name="Text 18"/>
          <p:cNvSpPr/>
          <p:nvPr/>
        </p:nvSpPr>
        <p:spPr>
          <a:xfrm>
            <a:off x="4709160" y="1938528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医院睡眠中心覆盖率极低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09160" y="237744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全国睡眠中心数量不足千家，资源稀缺、费用高昂、用户体验差，绝大部分患者得不到专业帮助。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749040" y="3355848"/>
            <a:ext cx="5029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49040" y="3511296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0D8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4434840" y="3621024"/>
            <a:ext cx="164592" cy="164592"/>
          </a:xfrm>
          <a:prstGeom prst="ellipse">
            <a:avLst/>
          </a:prstGeom>
          <a:solidFill>
            <a:srgbClr val="1A3A6B"/>
          </a:solidFill>
          <a:ln/>
        </p:spPr>
      </p:sp>
      <p:sp>
        <p:nvSpPr>
          <p:cNvPr id="25" name="Text 23"/>
          <p:cNvSpPr/>
          <p:nvPr/>
        </p:nvSpPr>
        <p:spPr>
          <a:xfrm>
            <a:off x="4709160" y="351129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室内环境污染持续损害健康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709160" y="3950208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甲醛超标、PM2.5渗入、辐射无处不在——室内环境问题成为睡眠障碍的重要诱因，却长期被忽视。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749040" y="4663440"/>
            <a:ext cx="5029200" cy="38404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28" name="Text 26"/>
          <p:cNvSpPr/>
          <p:nvPr/>
        </p:nvSpPr>
        <p:spPr>
          <a:xfrm>
            <a:off x="3931920" y="466344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核心矛盾：睡眠问题日益严峻，现有解决方案无法满足安全、有效、可持续的市场需求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4114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685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14300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AMIC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411480" y="21488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无源负氧离子技术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11480" y="2697480"/>
            <a:ext cx="2286000" cy="0"/>
          </a:xfrm>
          <a:prstGeom prst="line">
            <a:avLst/>
          </a:prstGeom>
          <a:noFill/>
          <a:ln w="12700">
            <a:solidFill>
              <a:srgbClr val="2A4A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2834640"/>
            <a:ext cx="3108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被动释放 · 无需能耗 · 持久改善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还原自然空气，无醉氧风险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36118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99.9%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057400" y="3657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抗菌率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41148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93%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057400" y="41605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功能持久性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6177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057400" y="4663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能耗·臭氧·辐射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411480"/>
            <a:ext cx="1554480" cy="420624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17" name="Shape 15"/>
          <p:cNvSpPr/>
          <p:nvPr/>
        </p:nvSpPr>
        <p:spPr>
          <a:xfrm>
            <a:off x="4160520" y="411480"/>
            <a:ext cx="1554480" cy="914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8" name="Text 16"/>
          <p:cNvSpPr/>
          <p:nvPr/>
        </p:nvSpPr>
        <p:spPr>
          <a:xfrm>
            <a:off x="4160520" y="594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160520" y="1005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材料提纯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389120" y="1417320"/>
            <a:ext cx="1097280" cy="0"/>
          </a:xfrm>
          <a:prstGeom prst="line">
            <a:avLst/>
          </a:prstGeom>
          <a:noFill/>
          <a:ln w="6350">
            <a:solidFill>
              <a:srgbClr val="2A4A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51960" y="150876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0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独创四步法核心提纯工艺：酸溶→ Ra分离→ 矿物纯化→ 重新合成，彻底去除放射性镭（Ra），保留并激活负氧离子释放活性。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270248" y="2670048"/>
            <a:ext cx="109728" cy="109728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23" name="Text 21"/>
          <p:cNvSpPr/>
          <p:nvPr/>
        </p:nvSpPr>
        <p:spPr>
          <a:xfrm>
            <a:off x="4434840" y="260604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酸溶将镭转入溶液体系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270248" y="3145536"/>
            <a:ext cx="109728" cy="109728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25" name="Text 23"/>
          <p:cNvSpPr/>
          <p:nvPr/>
        </p:nvSpPr>
        <p:spPr>
          <a:xfrm>
            <a:off x="4434840" y="308152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载体共沉/选择性吸附/离子交换分离Ra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270248" y="3621024"/>
            <a:ext cx="109728" cy="109728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27" name="Text 25"/>
          <p:cNvSpPr/>
          <p:nvPr/>
        </p:nvSpPr>
        <p:spPr>
          <a:xfrm>
            <a:off x="4434840" y="3557016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纯化主体矿物组分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270248" y="4096512"/>
            <a:ext cx="109728" cy="109728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29" name="Text 27"/>
          <p:cNvSpPr/>
          <p:nvPr/>
        </p:nvSpPr>
        <p:spPr>
          <a:xfrm>
            <a:off x="4434840" y="403250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重新合成高活性负氧离子粉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824728" y="411480"/>
            <a:ext cx="1554480" cy="420624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31" name="Shape 29"/>
          <p:cNvSpPr/>
          <p:nvPr/>
        </p:nvSpPr>
        <p:spPr>
          <a:xfrm>
            <a:off x="5824728" y="411480"/>
            <a:ext cx="1554480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2" name="Text 30"/>
          <p:cNvSpPr/>
          <p:nvPr/>
        </p:nvSpPr>
        <p:spPr>
          <a:xfrm>
            <a:off x="5824728" y="594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5824728" y="1005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小批量精造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053328" y="1417320"/>
            <a:ext cx="1097280" cy="0"/>
          </a:xfrm>
          <a:prstGeom prst="line">
            <a:avLst/>
          </a:prstGeom>
          <a:noFill/>
          <a:ln w="6350">
            <a:solidFill>
              <a:srgbClr val="2A4A7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16168" y="150876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0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成熟的小批量生产体系，灵活响应定制需求，已有多次成功交付记录，质量稳定可靠。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934456" y="2670048"/>
            <a:ext cx="109728" cy="10972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7" name="Text 35"/>
          <p:cNvSpPr/>
          <p:nvPr/>
        </p:nvSpPr>
        <p:spPr>
          <a:xfrm>
            <a:off x="6099048" y="260604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小批量订单交付能力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934456" y="3145536"/>
            <a:ext cx="109728" cy="10972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9" name="Text 37"/>
          <p:cNvSpPr/>
          <p:nvPr/>
        </p:nvSpPr>
        <p:spPr>
          <a:xfrm>
            <a:off x="6099048" y="308152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支持个性化定制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934456" y="3621024"/>
            <a:ext cx="109728" cy="10972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41" name="Text 39"/>
          <p:cNvSpPr/>
          <p:nvPr/>
        </p:nvSpPr>
        <p:spPr>
          <a:xfrm>
            <a:off x="6099048" y="3557016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全流程质量检测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488936" y="411480"/>
            <a:ext cx="1554480" cy="420624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43" name="Shape 41"/>
          <p:cNvSpPr/>
          <p:nvPr/>
        </p:nvSpPr>
        <p:spPr>
          <a:xfrm>
            <a:off x="7488936" y="411480"/>
            <a:ext cx="1554480" cy="914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4" name="Text 42"/>
          <p:cNvSpPr/>
          <p:nvPr/>
        </p:nvSpPr>
        <p:spPr>
          <a:xfrm>
            <a:off x="7488936" y="594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6B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45" name="Text 43"/>
          <p:cNvSpPr/>
          <p:nvPr/>
        </p:nvSpPr>
        <p:spPr>
          <a:xfrm>
            <a:off x="7488936" y="1005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完整服务方案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7717536" y="1417320"/>
            <a:ext cx="1097280" cy="0"/>
          </a:xfrm>
          <a:prstGeom prst="line">
            <a:avLst/>
          </a:prstGeom>
          <a:noFill/>
          <a:ln w="6350">
            <a:solidFill>
              <a:srgbClr val="2A4A7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80376" y="150876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0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从环境评估、方案设计、施工部署到长期监测，提供交钥匙工程式完整服务。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7598664" y="2670048"/>
            <a:ext cx="109728" cy="109728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49" name="Text 47"/>
          <p:cNvSpPr/>
          <p:nvPr/>
        </p:nvSpPr>
        <p:spPr>
          <a:xfrm>
            <a:off x="7763256" y="260604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环境监测部署方案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598664" y="3145536"/>
            <a:ext cx="109728" cy="109728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51" name="Text 49"/>
          <p:cNvSpPr/>
          <p:nvPr/>
        </p:nvSpPr>
        <p:spPr>
          <a:xfrm>
            <a:off x="7763256" y="308152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3天完成病房改造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7598664" y="3621024"/>
            <a:ext cx="109728" cy="109728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53" name="Text 51"/>
          <p:cNvSpPr/>
          <p:nvPr/>
        </p:nvSpPr>
        <p:spPr>
          <a:xfrm>
            <a:off x="7763256" y="3557016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6个月跟踪服务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循证医学验证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17篇国际论文  ·  40对40临床双盲验证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9659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08760"/>
            <a:ext cx="1965960" cy="914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4592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99.9%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48640" y="233172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抗菌率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65176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国检权威认证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97480" y="1508760"/>
            <a:ext cx="19659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697480" y="1508760"/>
            <a:ext cx="1965960" cy="914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2" name="Text 10"/>
          <p:cNvSpPr/>
          <p:nvPr/>
        </p:nvSpPr>
        <p:spPr>
          <a:xfrm>
            <a:off x="2697480" y="164592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99.1%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2697480" y="233172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抗病毒率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97480" y="265176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病毒消减实测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846320" y="1508760"/>
            <a:ext cx="19659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46320" y="1508760"/>
            <a:ext cx="1965960" cy="914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164592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88.7%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4846320" y="233172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甲醛净化率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265176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甲醛去除率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995160" y="1508760"/>
            <a:ext cx="19659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995160" y="1508760"/>
            <a:ext cx="1965960" cy="914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2" name="Text 20"/>
          <p:cNvSpPr/>
          <p:nvPr/>
        </p:nvSpPr>
        <p:spPr>
          <a:xfrm>
            <a:off x="6995160" y="164592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93%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6995160" y="233172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功能持久性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995160" y="265176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长期有效保持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3246120"/>
            <a:ext cx="80467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31520" y="33375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安全性对比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3657600"/>
          <a:ext cx="76809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2011680"/>
                <a:gridCol w="2011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AMIC被动释放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电晕放电式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喷洒/雾化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臭氧风险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可能产生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可能产生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醉氧风险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高浓度时可能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超细颗粒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可能产生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产品矩阵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2651760" cy="3611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777240"/>
            <a:ext cx="2651760" cy="5029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7772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核心产品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371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负氧离子板材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178308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¥250-300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85800" y="2240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/㎡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2103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69748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被动持续释放负氧离子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10896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抗菌抗病毒除甲醛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35204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墙面/天花板/地面通用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3931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持久性93%，长期有效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383280" y="777240"/>
            <a:ext cx="2651760" cy="3611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83280" y="777240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7" name="Text 15"/>
          <p:cNvSpPr/>
          <p:nvPr/>
        </p:nvSpPr>
        <p:spPr>
          <a:xfrm>
            <a:off x="3383280" y="7772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定制款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520440" y="1371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定制壁纸/窗帘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520440" y="178308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¥150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3520440" y="2240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/㎡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0" y="2606040"/>
            <a:ext cx="2103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20440" y="269748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个性化图案定制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20440" y="310896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融入室内设计美学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520440" y="35204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窗帘+负氧离子二合一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20440" y="3931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已有多次小批量交付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777240"/>
            <a:ext cx="2651760" cy="3611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17920" y="777240"/>
            <a:ext cx="2651760" cy="50292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8" name="Text 26"/>
          <p:cNvSpPr/>
          <p:nvPr/>
        </p:nvSpPr>
        <p:spPr>
          <a:xfrm>
            <a:off x="6217920" y="7772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服务型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55080" y="1371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完整解决方案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355080" y="178308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6B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交钥匙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355080" y="2240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92240" y="2606040"/>
            <a:ext cx="2103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55080" y="269748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环境评估+方案设计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55080" y="310896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施工改造（3天/间）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355080" y="35204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6个月跟踪监测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355080" y="3931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技术支持全流程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" y="4480560"/>
            <a:ext cx="8046720" cy="5486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8" name="Text 36"/>
          <p:cNvSpPr/>
          <p:nvPr/>
        </p:nvSpPr>
        <p:spPr>
          <a:xfrm>
            <a:off x="731520" y="44805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价格优势：比进口竞品低 50-70%，国内市场份额 25%，行业第一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商业模式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3886200" cy="3794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777240"/>
            <a:ext cx="3886200" cy="45720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7772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 B端：医院 &amp; 康养机构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37160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北京协和医院睡眠中心（已签约）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184708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301医院 · 北医三院 · 安贞医院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322576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中海锦年康养 · 房协100+机构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798064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亚朵酒店 · 康铂酒店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273552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香港玛丽医院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777240"/>
            <a:ext cx="388620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777240"/>
            <a:ext cx="3886200" cy="4572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4" name="Text 12"/>
          <p:cNvSpPr/>
          <p:nvPr/>
        </p:nvSpPr>
        <p:spPr>
          <a:xfrm>
            <a:off x="4892040" y="7772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C端：全国总代渠道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14173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朱国勇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89204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全国C端总代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92040" y="2148840"/>
            <a:ext cx="2286000" cy="475488"/>
          </a:xfrm>
          <a:prstGeom prst="roundRect">
            <a:avLst>
              <a:gd name="adj" fmla="val 15385"/>
            </a:avLst>
          </a:prstGeom>
          <a:solidFill>
            <a:srgbClr val="FF6B35"/>
          </a:solidFill>
          <a:ln/>
        </p:spPr>
      </p:sp>
      <p:sp>
        <p:nvSpPr>
          <p:cNvPr id="18" name="Text 16"/>
          <p:cNvSpPr/>
          <p:nvPr/>
        </p:nvSpPr>
        <p:spPr>
          <a:xfrm>
            <a:off x="4892040" y="2148840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已签约 ¥1000万/年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09160" y="3200400"/>
            <a:ext cx="38862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3200400"/>
            <a:ext cx="3886200" cy="4572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32004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出海：70+国家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37947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欧洲 · 东南亚 · 中东主力市场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92040" y="41148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/ FDA 等国际认证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663440"/>
            <a:ext cx="822960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B端深耕  +  C端爆发  +  全球布局 = 三轮驱动增长模型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已落地案例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已验证的商业落地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417320"/>
            <a:ext cx="91440" cy="13716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45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🏥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508760" y="16002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北京协和医院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0876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睡眠中心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08760" y="2286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战略合作签约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41732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417320"/>
            <a:ext cx="91440" cy="137160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13" name="Text 11"/>
          <p:cNvSpPr/>
          <p:nvPr/>
        </p:nvSpPr>
        <p:spPr>
          <a:xfrm>
            <a:off x="4983480" y="1645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🏨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5715000" y="16002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亚朵酒店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71500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连锁酒店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0" y="2286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客房升级改造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297180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2971800"/>
            <a:ext cx="91440" cy="137160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200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🏩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1508760" y="315468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康铂酒店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3566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连锁酒店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508760" y="3840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客房升级改造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54880" y="297180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54880" y="2971800"/>
            <a:ext cx="91440" cy="13716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3200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🧓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5715000" y="315468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中海锦年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715000" y="3566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康养机构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715000" y="3840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养老机构落地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480560"/>
            <a:ext cx="8046720" cy="5486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44805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三甲医院正在合作洽谈中（301医院 · 北医三院 · 安贞医院 · 香港玛丽医院）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技术护城河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265176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777240"/>
            <a:ext cx="2651760" cy="914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144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⚗️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材料提纯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9659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独创四步法核心提纯工艺：酸溶→ Ra分离→ 矿物纯化→ 重新合成，彻底去除放射性镭（Ra），保留并激活负氧离子释放活性。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926080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酸溶将镭转入溶液体系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3227832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载体共沉/选择性吸附/离子交换分离Ra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3529584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纯化主体矿物组分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5800" y="3831336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重新合成高活性负氧离子粉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4133088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零臭氧、零辐射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4434840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森林级浓度无醉氧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83280" y="777240"/>
            <a:ext cx="265176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383280" y="777240"/>
            <a:ext cx="2651760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9144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🏭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338328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小批量精造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61188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20440" y="19659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成熟的小批量生产体系，灵活响应客户定制需求，已有多次成功交付记录，质量稳定可靠。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520440" y="2926080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小批量订单交付能力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520440" y="3227832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支持个性化定制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20440" y="3529584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全流程质量检测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20440" y="3831336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特普丽50年工艺保障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17920" y="777240"/>
            <a:ext cx="265176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17920" y="777240"/>
            <a:ext cx="2651760" cy="914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8" name="Text 26"/>
          <p:cNvSpPr/>
          <p:nvPr/>
        </p:nvSpPr>
        <p:spPr>
          <a:xfrm>
            <a:off x="6217920" y="9144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🛠️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621792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完整服务方案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4652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55080" y="19659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从环境评估、方案设计、施工部署到长期监测，提供交钥匙工程式完整服务。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355080" y="2926080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负氧离子微环境监测部署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55080" y="3227832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整体施工改造（3天/间）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355080" y="3529584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睡眠监测系统配套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355080" y="3831336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6个月跟踪监测服务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7" name="Text 35"/>
          <p:cNvSpPr/>
          <p:nvPr/>
        </p:nvSpPr>
        <p:spPr>
          <a:xfrm>
            <a:off x="548640" y="4617720"/>
            <a:ext cx="822960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实施流程：环境评估 → 材料提纯 → 小批量生产 → 施工部署（3天/间）→ 6个月跟踪监测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274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跨学科团队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产学研医投 · 全链条核心成员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26517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97280"/>
            <a:ext cx="777240" cy="182880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YQ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371600" y="123444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杨起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71600" y="157276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特普丽创始人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371600" y="182880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特普丽新装饰材料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371600" y="2121408"/>
            <a:ext cx="1600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2176272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50年室内材料研发经验，主导企业战略决策。深耕装饰装修行业，是国内功能型室内材料的先驱探索者。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291840" y="1097280"/>
            <a:ext cx="26517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91840" y="1097280"/>
            <a:ext cx="777240" cy="18288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6" name="Text 14"/>
          <p:cNvSpPr/>
          <p:nvPr/>
        </p:nvSpPr>
        <p:spPr>
          <a:xfrm>
            <a:off x="3291840" y="1691640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206240" y="123444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励铃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206240" y="157276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核心技术负责人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206240" y="182880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北京化工大学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206240" y="2121408"/>
            <a:ext cx="1600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06240" y="2176272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AMIC无源负氧离子技术发明人。长期从事功能材料研究，发表核心期刊论文20余篇，主持多项国家级科研项目。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26480" y="1097280"/>
            <a:ext cx="26517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26480" y="1097280"/>
            <a:ext cx="777240" cy="18288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/>
          <p:nvPr/>
        </p:nvSpPr>
        <p:spPr>
          <a:xfrm>
            <a:off x="6126480" y="1691640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ZH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040880" y="123444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张华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040880" y="157276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临床医学负责人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040880" y="182880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北京协和医院睡眠中心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040880" y="2121408"/>
            <a:ext cx="1600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2176272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北京协和医院睡眠医学专家，主持负氧离子微环境干预睡眠障碍的临床研究设计，主导40对40双盲试验。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7200" y="3063240"/>
            <a:ext cx="26517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57200" y="3063240"/>
            <a:ext cx="777240" cy="18288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657600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WL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1371600" y="320040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王磊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371600" y="353872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市场负责人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371600" y="37947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北京博飞生物科技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371600" y="4087368"/>
            <a:ext cx="1600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0" y="4142232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医疗器械市场营销专家，10年+医疗健康领域市场拓展经验，深耕医院渠道与睡眠医学市场。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291840" y="3063240"/>
            <a:ext cx="26517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291840" y="3063240"/>
            <a:ext cx="777240" cy="182880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40" name="Text 38"/>
          <p:cNvSpPr/>
          <p:nvPr/>
        </p:nvSpPr>
        <p:spPr>
          <a:xfrm>
            <a:off x="3291840" y="3657600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ZGY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4206240" y="320040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朱国勇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206240" y="353872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C端全国总代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206240" y="37947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深睡科技战略合作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206240" y="4087368"/>
            <a:ext cx="1600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206240" y="4142232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全国渠道建设专家，已签约C端年销售额1000万渠道代理协议，负责全国C端市场拓展与经销商体系建立。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126480" y="3063240"/>
            <a:ext cx="26517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126480" y="3063240"/>
            <a:ext cx="777240" cy="18288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8" name="Text 46"/>
          <p:cNvSpPr/>
          <p:nvPr/>
        </p:nvSpPr>
        <p:spPr>
          <a:xfrm>
            <a:off x="6126480" y="3657600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LM</a:t>
            </a:r>
            <a:endParaRPr lang="en-US" sz="2000" dirty="0"/>
          </a:p>
        </p:txBody>
      </p:sp>
      <p:sp>
        <p:nvSpPr>
          <p:cNvPr id="49" name="Text 47"/>
          <p:cNvSpPr/>
          <p:nvPr/>
        </p:nvSpPr>
        <p:spPr>
          <a:xfrm>
            <a:off x="7040880" y="320040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李明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7040880" y="353872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投资关系负责人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7040880" y="37947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深睡科技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040880" y="4087368"/>
            <a:ext cx="1600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40880" y="4142232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负责企业投融资及政府项目申报，主导HICOOL等创业大赛参赛申报，擅长产学研医投全链条资源整合。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战略合作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49377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777240"/>
            <a:ext cx="4937760" cy="45720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777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  与协和共建课题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北京协和医院睡眠中心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战略合作签约，共同开展临床研究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探索负氧离子微环境对睡眠障碍患者的干预机制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为DRG支付改革下的创新医疗器械准入提供循证依据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0" y="777240"/>
            <a:ext cx="292608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669280" y="777240"/>
            <a:ext cx="2926080" cy="4572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1" name="Text 9"/>
          <p:cNvSpPr/>
          <p:nvPr/>
        </p:nvSpPr>
        <p:spPr>
          <a:xfrm>
            <a:off x="5852160" y="7772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校企合作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52160" y="1371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特普丽 × 北京化工大学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852160" y="178308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产学研深度融合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持续技术迭代升级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产品创新核心支撑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200400"/>
            <a:ext cx="804672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" y="32918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资质与认证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374904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0F4F8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74904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专精特新企业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331720" y="374904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0F4F8"/>
          </a:solidFill>
          <a:ln/>
        </p:spPr>
      </p:sp>
      <p:sp>
        <p:nvSpPr>
          <p:cNvPr id="19" name="Text 17"/>
          <p:cNvSpPr/>
          <p:nvPr/>
        </p:nvSpPr>
        <p:spPr>
          <a:xfrm>
            <a:off x="2331720" y="374904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CE认证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931920" y="374904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0F4F8"/>
          </a:solidFill>
          <a:ln/>
        </p:spPr>
      </p:sp>
      <p:sp>
        <p:nvSpPr>
          <p:cNvPr id="21" name="Text 19"/>
          <p:cNvSpPr/>
          <p:nvPr/>
        </p:nvSpPr>
        <p:spPr>
          <a:xfrm>
            <a:off x="3931920" y="374904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FDA注册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532120" y="374904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0F4F8"/>
          </a:solidFill>
          <a:ln/>
        </p:spPr>
      </p:sp>
      <p:sp>
        <p:nvSpPr>
          <p:cNvPr id="23" name="Text 21"/>
          <p:cNvSpPr/>
          <p:nvPr/>
        </p:nvSpPr>
        <p:spPr>
          <a:xfrm>
            <a:off x="5532120" y="374904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国检报告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132320" y="374904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0F4F8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0" y="374904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2项发明专利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4617720"/>
            <a:ext cx="822960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特普丽 × 北京化工大学  ·  产学研深度融合  ·  专精特新企业认定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愿景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智能睡眠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环境改善新材料领导者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27432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468880"/>
            <a:ext cx="2651760" cy="201168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606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🏥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31546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医疗级睡眠管理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361188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以医院睡眠中心为核心场景，建立循证医学支撑的智能睡眠干预标准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83280" y="2468880"/>
            <a:ext cx="2651760" cy="201168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2606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🏠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383280" y="31546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家庭健康守护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20440" y="361188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将医疗级环境改善技术带入千家万户，让每个人都能享受健康空气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2468880"/>
            <a:ext cx="2651760" cy="201168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0" y="2606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🌍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217920" y="31546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全球化布局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55080" y="361188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深耕欧洲、东南亚、中东市场，服务全球70+国家，输出中国创新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663440"/>
            <a:ext cx="822960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 · 有效 · 持久  →  智能睡眠引领者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融资计划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¥2000万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融资目标  ·  投前估值 ¥1亿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8046720" cy="0"/>
          </a:xfrm>
          <a:prstGeom prst="line">
            <a:avLst/>
          </a:prstGeom>
          <a:noFill/>
          <a:ln w="12700">
            <a:solidFill>
              <a:srgbClr val="2A4A7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514600"/>
            <a:ext cx="2651760" cy="196596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514600"/>
            <a:ext cx="2651760" cy="914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69748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548640" y="32461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¥800万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36118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研发投入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9776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材料提纯 · 工艺迭代 · 新品开发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83280" y="2514600"/>
            <a:ext cx="2651760" cy="196596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14" name="Shape 12"/>
          <p:cNvSpPr/>
          <p:nvPr/>
        </p:nvSpPr>
        <p:spPr>
          <a:xfrm>
            <a:off x="3383280" y="2514600"/>
            <a:ext cx="2651760" cy="914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5" name="Text 13"/>
          <p:cNvSpPr/>
          <p:nvPr/>
        </p:nvSpPr>
        <p:spPr>
          <a:xfrm>
            <a:off x="3383280" y="269748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6B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383280" y="32461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¥800万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383280" y="36118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市场拓展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74720" y="39776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医院渠道 · C端总代 · 出海布局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2514600"/>
            <a:ext cx="2651760" cy="196596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20" name="Shape 18"/>
          <p:cNvSpPr/>
          <p:nvPr/>
        </p:nvSpPr>
        <p:spPr>
          <a:xfrm>
            <a:off x="6217920" y="2514600"/>
            <a:ext cx="2651760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6217920" y="269748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20%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6217920" y="32461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¥400万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217920" y="36118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团队建设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09360" y="39776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核心人才引进 · 运营体系完善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4617720"/>
            <a:ext cx="822960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联系邮箱：contact@deeptech.com  ·  手机：138-xxxx-xxxx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特普丽新材料 - 深睡科技 HICOOL 2026</dc:title>
  <dc:subject>PptxGenJS Presentation</dc:subject>
  <dc:creator>深睡科技</dc:creator>
  <cp:lastModifiedBy>深睡科技</cp:lastModifiedBy>
  <cp:revision>1</cp:revision>
  <dcterms:created xsi:type="dcterms:W3CDTF">2026-04-05T06:05:38Z</dcterms:created>
  <dcterms:modified xsi:type="dcterms:W3CDTF">2026-04-05T06:05:38Z</dcterms:modified>
</cp:coreProperties>
</file>