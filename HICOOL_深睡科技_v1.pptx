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特普丽新材料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深睡科技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被动释放 · 持久改善 · 还原自然空气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41148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79476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杀菌 99.9%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379476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A3A6B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794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抗病毒 99.1%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3794760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7947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除甲醛 88.7%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HICOOL 2026  ·  创业大赛  ·  融资目标 ¥2000万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10972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市场痛点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169164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亿人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中国人受睡眠问题困扰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201168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市场年规模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¥4700亿+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4434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持续高速增长，复合年增长率CAGR &gt; 12%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365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434840" y="475488"/>
            <a:ext cx="164592" cy="16459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65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现有助眠方式效果有限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09160" y="80467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药物依赖、副作用大、治标不治本。现有助眠产品无法从根本上改善睡眠环境质量。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1783080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9385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434840" y="2048256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93852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医院睡眠中心覆盖率极低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9160" y="2377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全国睡眠中心数量不足千家，资源稀缺、费用高昂、用户体验差，绝大部分患者得不到专业帮助。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3355848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5112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D8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434840" y="3621024"/>
            <a:ext cx="164592" cy="164592"/>
          </a:xfrm>
          <a:prstGeom prst="ellipse">
            <a:avLst/>
          </a:prstGeom>
          <a:solidFill>
            <a:srgbClr val="1A3A6B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5112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室内环境污染持续损害健康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09160" y="3950208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甲醛超标、PM2.5渗入、辐射无处不在——室内环境问题成为睡眠障碍的重要诱因，却长期被忽视。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49040" y="4663440"/>
            <a:ext cx="50292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46634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核心矛盾：睡眠问题日益严峻，现有解决方案无法满足安全、有效、可持续的市场需求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11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AMIC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无源负氧离子技术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228600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34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被动释放 · 无需能耗 · 持久改善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还原自然空气，无醉氧风险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5740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抗菌率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功能持久性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4663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能耗·臭氧·辐射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411480"/>
            <a:ext cx="1554480" cy="4206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0520" y="411480"/>
            <a:ext cx="155448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594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60520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材料提纯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1417320"/>
            <a:ext cx="10972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1508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原材料经多道提纯工艺，有效去除杂质离子，确保负氧离子释放的稳定性与安全性，避免副产物风险。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70248" y="2670048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多道提纯去除有害杂质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0248" y="314553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30815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释放浓度安全可控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70248" y="362102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55701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森林级浓度无醉氧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24728" y="411480"/>
            <a:ext cx="1554480" cy="4206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9" name="Shape 27"/>
          <p:cNvSpPr/>
          <p:nvPr/>
        </p:nvSpPr>
        <p:spPr>
          <a:xfrm>
            <a:off x="5824728" y="411480"/>
            <a:ext cx="15544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824728" y="594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824728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小批量精造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53328" y="1417320"/>
            <a:ext cx="10972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16168" y="1508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成熟的小批量生产体系，灵活响应定制需求，已有多次成功交付记录，质量稳定可靠。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34456" y="2670048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6099048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小批量订单交付能力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34456" y="314553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099048" y="30815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支持个性化定制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34456" y="362102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6099048" y="355701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全流程质量检测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88936" y="411480"/>
            <a:ext cx="1554480" cy="42062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1" name="Shape 39"/>
          <p:cNvSpPr/>
          <p:nvPr/>
        </p:nvSpPr>
        <p:spPr>
          <a:xfrm>
            <a:off x="7488936" y="411480"/>
            <a:ext cx="155448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7488936" y="594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488936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完整服务方案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17536" y="1417320"/>
            <a:ext cx="10972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0376" y="15087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从环境评估、方案设计、施工部署到长期监测，提供交钥匙工程式完整服务。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98664" y="267004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7" name="Text 45"/>
          <p:cNvSpPr/>
          <p:nvPr/>
        </p:nvSpPr>
        <p:spPr>
          <a:xfrm>
            <a:off x="7763256" y="2606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环境监测部署方案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98664" y="3145536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9" name="Text 47"/>
          <p:cNvSpPr/>
          <p:nvPr/>
        </p:nvSpPr>
        <p:spPr>
          <a:xfrm>
            <a:off x="7763256" y="308152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3天完成病房改造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98664" y="362102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7763256" y="355701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6个月跟踪服务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循证医学验证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17篇国际论文  ·  40对40临床双盲验证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196596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抗菌率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国检权威认证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15087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508760"/>
            <a:ext cx="196596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6459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99.1%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9748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抗病毒率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病毒消减实测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5087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508760"/>
            <a:ext cx="19659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459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88.7%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甲醛净化率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甲醛去除率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5087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1508760"/>
            <a:ext cx="19659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6459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995160" y="2331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功能持久性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26517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长期有效保持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246120"/>
            <a:ext cx="8046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安全性对比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65760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AMIC被动释放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电晕放电式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喷洒/雾化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臭氧风险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可能产生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可能产生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醉氧风险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高浓度时可能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超细颗粒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可能产生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产品矩阵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777240"/>
            <a:ext cx="2651760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负氧离子板材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¥250-300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60604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97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被动持续释放负氧离子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抗菌抗病毒除甲醛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墙面/天花板/地面通用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持久性93%，长期有效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77724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777240"/>
            <a:ext cx="26517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定制壁纸/窗帘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044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¥150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52044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260604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697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个性化图案定制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1089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融入室内设计美学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3520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窗帘+负氧离子二合一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20440" y="3931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已有多次小批量交付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777240"/>
            <a:ext cx="265176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777240"/>
            <a:ext cx="2651760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1371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完整解决方案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5508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交钥匙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35508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260604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697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环境评估+方案设计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31089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施工改造（3天/间）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35204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6个月跟踪监测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931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技术支持全流程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480560"/>
            <a:ext cx="804672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价格优势：比进口竞品低 50-70%，国内市场份额 25%，行业第一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商业模式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38862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777240"/>
            <a:ext cx="388620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B端：医院 &amp; 康养机构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北京协和医院睡眠中心（已签约）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47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301医院 · 北医三院 · 安贞医院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2257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中海锦年康养 · 房协100+机构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9806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亚朵酒店 · 康铂酒店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735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香港玛丽医院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3886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77240"/>
            <a:ext cx="38862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C端：全国总代渠道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朱国勇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全国C端总代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2148840"/>
            <a:ext cx="2286000" cy="475488"/>
          </a:xfrm>
          <a:prstGeom prst="roundRect">
            <a:avLst>
              <a:gd name="adj" fmla="val 15385"/>
            </a:avLst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1488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已签约 ¥1000万/年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200400"/>
            <a:ext cx="3886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出海：70+国家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欧洲 · 东南亚 · 中东主力市场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4114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/ FDA 等国际认证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B端深耕  +  C端爆发  +  全球布局 = 三轮驱动增长模型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已落地案例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已验证的商业落地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91440" cy="1371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🏥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0876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北京协和医院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睡眠中心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战略合作签约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17320"/>
            <a:ext cx="91440" cy="13716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🏨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71500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亚朵酒店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150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连锁酒店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客房升级改造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71800"/>
            <a:ext cx="91440" cy="13716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🏩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50876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康铂酒店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连锁酒店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客房升级改造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71800"/>
            <a:ext cx="91440" cy="1371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🧓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71500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中海锦年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7150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康养机构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150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养老机构落地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804672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三甲医院正在合作洽谈中（301医院 · 北医三院 · 安贞医院 · 香港玛丽医院）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技术护城河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777240"/>
            <a:ext cx="265176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⚗️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材料提纯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原材料经多道提纯工艺，有效去除杂质离子，确保负氧离子释放的稳定性与安全性，避免副产物风险。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多道提纯去除有害杂质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310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释放浓度安全可控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6941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零臭氧、零辐射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40782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森林级浓度无醉氧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77724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777240"/>
            <a:ext cx="26517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914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🏭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832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小批量精造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11880" y="187452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成熟的小批量生产体系，灵活响应客户定制需求，已有多次成功交付记录，质量稳定可靠。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小批量订单交付能力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310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支持个性化定制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36941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全流程质量检测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40782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特普丽50年工艺保障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77724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777240"/>
            <a:ext cx="26517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914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🛠️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21792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完整服务方案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46520" y="1874520"/>
            <a:ext cx="21945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965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从环境评估、方案设计、施工部署到长期监测，提供交钥匙工程式完整服务。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负氧离子微环境监测部署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3101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整体施工改造（3天/间）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36941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睡眠监测系统配套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40782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6个月跟踪监测服务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实施流程：环境评估 → 材料提纯 → 小批量生产 → 施工部署（3天/间）→ 6个月跟踪监测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跨学科团队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产学研医投 · 全链条核心成员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777240" cy="1828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YQ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杨起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特普丽创始人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特普丽新装饰材料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212140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50年室内材料研发经验，主导企业战略决策。深耕装饰装修行业，是国内功能型室内材料的先驱探索者。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97280"/>
            <a:ext cx="777240" cy="1828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691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0624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励铃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核心技术负责人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北京化工大学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06240" y="212140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AMIC无源负氧离子技术发明人。长期从事功能材料研究，发表核心期刊论文20余篇，主持多项国家级科研项目。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10972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97280"/>
            <a:ext cx="777240" cy="1828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6916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ZH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40880" y="1234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张华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临床医学负责人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北京协和医院睡眠中心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40880" y="212140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17627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北京协和医院睡眠医学专家，主持负氧离子微环境干预睡眠障碍的临床研究设计，主导40对40双盲试验。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0632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063240"/>
            <a:ext cx="777240" cy="1828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6576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WL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371600" y="3200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王磊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371600" y="3538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市场负责人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北京博飞生物科技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0" y="408736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414223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医疗器械市场营销专家，10年+医疗健康领域市场拓展经验，深耕医院渠道与睡眠医学市场。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91840" y="30632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91840" y="3063240"/>
            <a:ext cx="777240" cy="18288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0" name="Text 38"/>
          <p:cNvSpPr/>
          <p:nvPr/>
        </p:nvSpPr>
        <p:spPr>
          <a:xfrm>
            <a:off x="3291840" y="36576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ZGY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206240" y="3200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朱国勇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206240" y="3538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C端全国总代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20624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深睡科技战略合作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06240" y="408736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0" y="414223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全国渠道建设专家，已签约C端年销售额1000万渠道代理协议，负责全国C端市场拓展与经销商体系建立。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306324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3063240"/>
            <a:ext cx="777240" cy="18288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36576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040880" y="3200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李明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040880" y="3538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投资关系负责人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40880" y="3794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深睡科技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40880" y="4087368"/>
            <a:ext cx="1600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4142232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负责企业投融资及政府项目申报，主导HICOOL等创业大赛参赛申报，擅长产学研医投全链条资源整合。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战略合作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4937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777240"/>
            <a:ext cx="4937760" cy="45720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777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与协和共建课题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北京协和医院睡眠中心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战略合作签约，共同开展临床研究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探索负氧离子微环境对睡眠障碍患者的干预机制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为DRG支付改革下的创新医疗器械准入提供循证依据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777240"/>
            <a:ext cx="29260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0" y="777240"/>
            <a:ext cx="2926080" cy="457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777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校企合作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特普丽 × 北京化工大学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1783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产学研深度融合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持续技术迭代升级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产品创新核心支撑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资质与认证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专精特新企业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374904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2331720" y="3749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CE认证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374904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3749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FDA注册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0" y="374904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3749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国检报告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0" y="374904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3749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2项发明专利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特普丽 × 北京化工大学  ·  产学研深度融合  ·  专精特新企业认定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愿景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智能睡眠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环境改善新材料领导者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7432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2651760" cy="2011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医疗级睡眠管理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以医院睡眠中心为核心场景，建立循证医学支撑的智能睡眠干预标准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651760" cy="2011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家庭健康守护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将医疗级环境改善技术带入千家万户，让每个人都能享受健康空气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651760" cy="20116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606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31546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全球化布局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3611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深耕欧洲、东南亚、中东市场，服务全球70+国家，输出中国创新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 · 有效 · 持久  →  智能睡眠引领者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融资计划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¥2000万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融资目标  ·  投前估值 ¥1亿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804672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514600"/>
            <a:ext cx="2651760" cy="1965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14600"/>
            <a:ext cx="265176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¥800万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研发投入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材料提纯 · 工艺迭代 · 新品开发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2514600"/>
            <a:ext cx="2651760" cy="1965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2514600"/>
            <a:ext cx="265176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38328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¥800万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3611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市场拓展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医院渠道 · C端总代 · 出海布局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514600"/>
            <a:ext cx="2651760" cy="19659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514600"/>
            <a:ext cx="26517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¥400万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17920" y="3611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团队建设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核心人才引进 · 运营体系完善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联系邮箱：contact@deeptech.com  ·  手机：138-xxxx-xxxx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特普丽新材料 - 深睡科技 HICOOL 2026</dc:title>
  <dc:subject>PptxGenJS Presentation</dc:subject>
  <dc:creator>深睡科技</dc:creator>
  <cp:lastModifiedBy>深睡科技</cp:lastModifiedBy>
  <cp:revision>1</cp:revision>
  <dcterms:created xsi:type="dcterms:W3CDTF">2026-04-05T06:00:35Z</dcterms:created>
  <dcterms:modified xsi:type="dcterms:W3CDTF">2026-04-05T06:00:35Z</dcterms:modified>
</cp:coreProperties>
</file>