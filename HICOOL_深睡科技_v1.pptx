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95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176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1197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99D9D-3245-330F-BA83-A8F0F287D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D0D23A-AACD-F6E4-252F-AAF1E595C0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F1069-1E01-158B-1447-F8AC9D342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3BD22-1674-5115-81DD-C95251F1E8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4050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特普丽新材料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深睡科技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被动释放 · 持久改善 · 还原自然空气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4114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37947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杀菌 99.9%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91840" y="37947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91840" y="379476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抗病毒 99.1%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37947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0" y="379476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除甲醛 88.7%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HICOOL 2026  ·  创业大赛  ·  融资目标 ¥2000万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474720" cy="10972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3657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市场痛点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1691640" y="21488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亿人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中国人受睡眠问题困扰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520440"/>
            <a:ext cx="2011680" cy="0"/>
          </a:xfrm>
          <a:prstGeom prst="line">
            <a:avLst/>
          </a:prstGeom>
          <a:noFill/>
          <a:ln w="12700">
            <a:solidFill>
              <a:srgbClr val="2A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3703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市场年规模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9776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¥4700亿+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5760" y="44348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持续高速增长，复合年增长率CAGR &gt; 12%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49040" y="3657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0D8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4434840" y="475488"/>
            <a:ext cx="164592" cy="164592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09160" y="3657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现有助眠方式效果有限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09160" y="804672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药物依赖、副作用大、治标不治本。现有助眠产品无法从根本上改善睡眠环境质量。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49040" y="1783080"/>
            <a:ext cx="5029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749040" y="193852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0D8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4434840" y="2048256"/>
            <a:ext cx="164592" cy="164592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09160" y="1938528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医院睡眠中心覆盖率极低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37744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全国睡眠中心数量不足千家，资源稀缺、费用高昂、用户体验差，绝大部分患者得不到专业帮助。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749040" y="3355848"/>
            <a:ext cx="50292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749040" y="3511296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0D8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4434840" y="3621024"/>
            <a:ext cx="164592" cy="164592"/>
          </a:xfrm>
          <a:prstGeom prst="ellipse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09160" y="351129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室内环境污染持续损害健康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09160" y="3950208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甲醛超标、PM2.5渗入、辐射无处不在——室内环境问题成为睡眠障碍的重要诱因，却长期被忽视。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749040" y="4663440"/>
            <a:ext cx="5029200" cy="38404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931920" y="46634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核心矛盾：睡眠问题日益严峻，现有解决方案无法满足安全、有效、可持续的市场需求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685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14300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AMIC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11480" y="21488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无源负氧离子技术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11480" y="2697480"/>
            <a:ext cx="2286000" cy="0"/>
          </a:xfrm>
          <a:prstGeom prst="line">
            <a:avLst/>
          </a:prstGeom>
          <a:noFill/>
          <a:ln w="12700">
            <a:solidFill>
              <a:srgbClr val="2A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283464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被动释放 · 无需能耗 · 持久改善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还原自然空气，无醉氧风险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3611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99.9%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57400" y="3657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抗菌率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4114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57400" y="41605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功能持久性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617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未检出辐射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057400" y="4663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能耗·臭氧·辐射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411480"/>
            <a:ext cx="1554480" cy="420624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160520" y="411480"/>
            <a:ext cx="1554480" cy="914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60520" y="594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16052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材料提纯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89120" y="1417320"/>
            <a:ext cx="1097280" cy="0"/>
          </a:xfrm>
          <a:prstGeom prst="line">
            <a:avLst/>
          </a:prstGeom>
          <a:noFill/>
          <a:ln w="6350">
            <a:solidFill>
              <a:srgbClr val="2A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251960" y="15087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独创四步法核心提纯工艺：酸溶→ Ra分离→ 矿物纯化→ 重新合成，彻底去除放射性镭（Ra），保留并激活负氧离子释放活性。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70248" y="2670048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34840" y="26060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酸溶将镭转入溶液体系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70248" y="3145536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434840" y="308152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载体共沉/选择性吸附/离子交换分离Ra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270248" y="3621024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4348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纯化主体矿物组分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70248" y="4096512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434840" y="403250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重新合成高活性负氧离子粉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824728" y="411480"/>
            <a:ext cx="1554480" cy="420624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824728" y="411480"/>
            <a:ext cx="1554480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824728" y="594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824728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小批量精造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053328" y="1417320"/>
            <a:ext cx="1097280" cy="0"/>
          </a:xfrm>
          <a:prstGeom prst="line">
            <a:avLst/>
          </a:prstGeom>
          <a:noFill/>
          <a:ln w="6350">
            <a:solidFill>
              <a:srgbClr val="2A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916168" y="15087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成熟的小批量生产体系，灵活响应定制需求，已有多次成功交付记录，质量稳定可靠。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34456" y="2670048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099048" y="26060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小批量订单交付能力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934456" y="3145536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099048" y="308152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支持个性化定制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934456" y="3621024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099048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全流程质量检测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88936" y="411480"/>
            <a:ext cx="1554480" cy="420624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488936" y="411480"/>
            <a:ext cx="1554480" cy="914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488936" y="594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7488936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完整服务方案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717536" y="1417320"/>
            <a:ext cx="1097280" cy="0"/>
          </a:xfrm>
          <a:prstGeom prst="line">
            <a:avLst/>
          </a:prstGeom>
          <a:noFill/>
          <a:ln w="6350">
            <a:solidFill>
              <a:srgbClr val="2A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580376" y="15087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从环境评估、方案设计、施工部署到长期监测，提供交钥匙工程式完整服务。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598664" y="2670048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7763256" y="26060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环境监测部署方案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598664" y="3145536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763256" y="308152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3天完成病房改造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598664" y="3621024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763256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6个月跟踪服务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循证医学验证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17篇国际论文  ·  40对40临床双盲验证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965960" cy="914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99.9%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抗菌率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国检权威认证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9748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97480" y="1508760"/>
            <a:ext cx="1965960" cy="914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9748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99.1%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69748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抗病毒率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9748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病毒消减实测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46320" y="1508760"/>
            <a:ext cx="1965960" cy="914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88.7%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84632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甲醛净化率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甲醛去除率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95160" y="1508760"/>
            <a:ext cx="19659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995160" y="1508760"/>
            <a:ext cx="1965960" cy="914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995160" y="16459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93%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995160" y="23317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功能持久性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95160" y="26517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长期有效保持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246120"/>
            <a:ext cx="8046720" cy="15773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31520" y="3337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安全性对比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657600"/>
          <a:ext cx="7680960" cy="109728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AMIC被动释放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电晕放电式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喷洒/雾化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臭氧风险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可能产生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可能产生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醉氧风险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高浓度时可能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超细颗粒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可能产生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产品矩阵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265176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777240"/>
            <a:ext cx="2651760" cy="50292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核心产品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负氧离子板材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¥250-300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/㎡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被动持续释放负氧离子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抗菌抗病毒除甲醛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墙面/天花板/地面通用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持久性93%，长期有效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83280" y="777240"/>
            <a:ext cx="265176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83280" y="77724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8328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定制款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20440" y="1371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定制壁纸/窗帘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¥150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52044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0" y="260604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52044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个性化图案定制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2044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融入室内设计美学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窗帘+负氧离子二合一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20440" y="3931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已有多次小批量交付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777240"/>
            <a:ext cx="265176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217920" y="777240"/>
            <a:ext cx="2651760" cy="50292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17920" y="777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服务型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55080" y="1371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完整解决方案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35508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交钥匙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35508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260604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5508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环境评估+方案设计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5508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施工改造（3天/间）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5508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6个月跟踪监测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55080" y="3931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技术支持全流程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480560"/>
            <a:ext cx="8046720" cy="5486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31520" y="44805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价格优势：比进口竞品低 50-70%，国内市场份额 25%，行业第一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商业模式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3886200" cy="37947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777240"/>
            <a:ext cx="3886200" cy="45720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777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B端：医院 &amp; 康养机构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北京协和医院睡眠中心（已签约）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84708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301医院 · 北医三院 · 安贞医院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32257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中海锦年康养 · 房协100+机构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798064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亚朵酒店 · 康铂酒店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27355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香港玛丽医院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777240"/>
            <a:ext cx="388620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09160" y="777240"/>
            <a:ext cx="3886200" cy="45720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777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C端：全国总代渠道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朱国勇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89204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全国C端总代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92040" y="2148840"/>
            <a:ext cx="2286000" cy="475488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92040" y="214884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已签约 ¥1000万/年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09160" y="3200400"/>
            <a:ext cx="3886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3200400"/>
            <a:ext cx="3886200" cy="4572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3200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出海：70+国家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 · 东南亚 · 中东主力市场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4114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/ FDA 等国际认证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B端深耕  +  C端爆发  +  全球布局 = 三轮驱动增长模型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已落地案例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已验证的商业落地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91440" cy="13716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🏥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08760" y="16002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北京协和医院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0876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睡眠中心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0876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战略合作签约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1732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1417320"/>
            <a:ext cx="91440" cy="137160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8348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🏨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715000" y="16002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亚朵酒店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71500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连锁酒店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客房升级改造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97180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91440" cy="137160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7724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🏩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508760" y="31546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康铂酒店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连锁酒店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0876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客房升级改造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97180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0" y="2971800"/>
            <a:ext cx="91440" cy="137160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8348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🧓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5715000" y="31546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中海锦年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71500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康养机构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1500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养老机构落地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480560"/>
            <a:ext cx="8046720" cy="5486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31520" y="44805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三甲医院正在合作洽谈中（301医院 · 北医三院 · 安贞医院 · 香港玛丽医院）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技术护城河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265176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777240"/>
            <a:ext cx="2651760" cy="914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⚗️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独家专利工艺</a:t>
            </a:r>
            <a:r>
              <a:rPr lang="zh-CN" alt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</a:t>
            </a:r>
            <a:r>
              <a:rPr lang="en-US" sz="1500" b="1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材料提纯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原材料经多道提纯工艺，有效去除杂质离子，确保负氧离子释放的稳定性与安全性，避免副产物风险。</a:t>
            </a:r>
            <a:endParaRPr lang="en-US" sz="1000" dirty="0">
              <a:solidFill>
                <a:srgbClr val="7F8C8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酸溶将镭转入溶液体系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3227832"/>
            <a:ext cx="2514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载体共沉/选择性吸附/离子交换分离Ra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3529584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纯化主体矿物组分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重新合成高活性负氧离子粉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4133088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零臭氧、超低辐射</a:t>
            </a:r>
            <a:r>
              <a:rPr lang="zh-CN" alt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未检出</a:t>
            </a:r>
            <a:r>
              <a:rPr lang="zh-CN" alt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777240"/>
            <a:ext cx="265176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383280" y="777240"/>
            <a:ext cx="2651760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83280" y="914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🏭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338328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小批量精造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61188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52044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成熟的小批量生产体系，灵活响应客户定制需求，已有多次成功交付记录，质量稳定可靠。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0440" y="2926080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小批量订单交付能力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20440" y="3227832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支持个性化定制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20440" y="3529584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全流程质量检测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20440" y="3831336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特普丽50年工艺保障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777240"/>
            <a:ext cx="265176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217920" y="777240"/>
            <a:ext cx="2651760" cy="914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17920" y="9144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🛠️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621792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完整服务方案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4652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35508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从环境评估、方案设计、施工部署到长期监测，提供交钥匙工程式完整服务。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55080" y="2926080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负氧离子微环境监测部署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55080" y="3227832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整体施工改造（3天/间）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55080" y="3529584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睡眠监测系统配套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55080" y="3831336"/>
            <a:ext cx="2377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6个月跟踪监测服务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实施流程：环境评估 → 材料提纯 → 小批量生产 → 施工部署（3天/间）→ 6个月跟踪监测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745F7-B747-81E1-3DC3-B862C4E95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3FA1DD-79AB-D72E-4872-AF4DCFFBE894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30FBFE-55DB-FA8F-266C-0A51CAC5FDF0}"/>
              </a:ext>
            </a:extLst>
          </p:cNvPr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altLang="zh-CN" sz="12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12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b="1" kern="0" spc="200" dirty="0" err="1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团队与使命匹配</a:t>
            </a:r>
            <a:endParaRPr lang="en-US" sz="120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93E214C0-A723-38CF-2A3F-85AC2A3BC4C5}"/>
              </a:ext>
            </a:extLst>
          </p:cNvPr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3792D3B0-8CE0-C9F6-FF04-B8F8DF8DA014}"/>
              </a:ext>
            </a:extLst>
          </p:cNvPr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医工结合团队</a:t>
            </a:r>
            <a:r>
              <a:rPr lang="zh-CN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，深入行业</a:t>
            </a:r>
            <a:r>
              <a:rPr lang="en-US" altLang="zh-CN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r>
              <a:rPr lang="zh-CN" alt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38099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战略合作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49377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777240"/>
            <a:ext cx="4937760" cy="45720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777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与协和共建课题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北京协和医院睡眠中心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战略合作签约，共同开展临床研究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探索负氧离子微环境对睡眠障碍患者的干预机制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为DRG支付改革下的创新医疗器械准入提供循证依据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777240"/>
            <a:ext cx="29260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69280" y="777240"/>
            <a:ext cx="2926080" cy="4572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852160" y="777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校企合作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0" y="1371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 × </a:t>
            </a:r>
            <a:r>
              <a:rPr lang="en-US" sz="14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北京化工大学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852160" y="17830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产学研深度融合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持续技术迭代升级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产品创新核心支撑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804672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3291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资质与认证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专精特新企业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3317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CE认证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9319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9319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FDA注册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321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321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国检报告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0" y="37490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132320" y="3749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2项发明专利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特普丽 × 北京化工大学  ·  产学研深度融合  ·  专精特新企业认定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愿景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智能睡眠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环境改善新材料领导者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27432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2651760" cy="201168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🏥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3154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医疗级睡眠管理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6118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以医院睡眠中心为核心场景，建立循证医学支撑的智能睡眠干预标准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2468880"/>
            <a:ext cx="2651760" cy="201168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383280" y="3154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家庭健康守护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36118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将医疗级环境改善技术带入千家万户，让每个人都能享受健康空气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2651760" cy="201168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1792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3154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全球化布局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361188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深耕欧洲、东南亚、中东市场，服务全球70+国家，输出中国创新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 · 有效 · 持久  →  智能睡眠引领者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融资计划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¥2000万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融资目标  ·  投前估值 ¥1亿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8046720" cy="0"/>
          </a:xfrm>
          <a:prstGeom prst="line">
            <a:avLst/>
          </a:prstGeom>
          <a:noFill/>
          <a:ln w="12700">
            <a:solidFill>
              <a:srgbClr val="2A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2651760" cy="196596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2651760" cy="914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¥800万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研发投入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977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材料提纯 · 工艺迭代 · 新品开发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2514600"/>
            <a:ext cx="2651760" cy="196596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383280" y="2514600"/>
            <a:ext cx="2651760" cy="914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83280" y="2697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¥800万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38328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市场拓展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977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医院渠道 · C端总代 · 出海布局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2514600"/>
            <a:ext cx="2651760" cy="196596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0" y="2514600"/>
            <a:ext cx="2651760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217920" y="26974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21792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¥400万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17920" y="36118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团队建设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9360" y="39776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核心人才引进 · 运营体系完善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联系邮箱：contact@deeptech.com  ·  手机：138-xxxx-xxxx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659</Words>
  <Application>Microsoft Macintosh PowerPoint</Application>
  <PresentationFormat>On-screen Show (16:9)</PresentationFormat>
  <Paragraphs>231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特普丽新材料 - 深睡科技 HICOOL 2026</dc:title>
  <dc:subject>PptxGenJS Presentation</dc:subject>
  <dc:creator>深睡科技</dc:creator>
  <cp:lastModifiedBy>marvin723</cp:lastModifiedBy>
  <cp:revision>14</cp:revision>
  <dcterms:created xsi:type="dcterms:W3CDTF">2026-04-05T06:05:38Z</dcterms:created>
  <dcterms:modified xsi:type="dcterms:W3CDTF">2026-04-05T06:29:19Z</dcterms:modified>
</cp:coreProperties>
</file>